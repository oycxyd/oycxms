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1781-F5D4-4F5C-9E22-9E19407E6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A80BD-8A86-4574-920A-A1AE20D25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8E151-764F-48E9-A159-7A59212D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B67C-B855-44E3-A485-6CBD3C85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6E563-CFA8-41C4-86CF-AD71EF7D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41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0CDE-05F9-4D62-895D-C2866900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CCA84-EA04-43E5-83DE-A59AB24D7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6BC6-AAE9-47F2-BBB5-51B5126E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5C96A-6770-46F7-B59B-9BF89C1B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01677-AA5B-4B97-B928-B5F141F1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7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8EA6-2990-49B9-AAD6-996B8737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C18B7-9C7A-4470-8CD4-0D02C1E8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FA2BB-8A6C-4104-BA76-B34F9C13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9BE68-47DF-44F6-9ADA-425979B8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622F-FAB7-4E0E-A646-6CEAD7DA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47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0ADA-1614-429E-B6AD-6D58348F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168D-9840-4ADE-B1D2-1C904800B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D96AE-3FC2-4E01-88B2-ADCEE4AAE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39645-9DC0-4890-AC09-468169B2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AE8A6-12AE-45C9-A660-99C5EF2E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0EC08-5914-45FF-9007-240DD2DF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19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1276-7911-460A-984B-6C8283F0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EA1D4-38BB-439A-BDEA-D1172D710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37050-F54E-4F9B-85C7-2BC416D85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B3E12-0967-4123-BA2F-6B192CE78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13D183-2A30-4490-8903-8CB43AA2F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B76E7-8F21-47D3-81A7-898BF31E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57A58-AA24-4F2B-819F-A0125C67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02121-E7C0-4666-83A6-00DE24D8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1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7002-5883-451C-A830-E06D8781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DB9FF-4183-4DF7-BB51-62F4242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CB4BD-921B-4A45-807E-E53DA05E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999DA-A77C-4110-93DA-552464C6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48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3F9EF-9B09-416C-A040-7217C5A1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C1841-14D3-4D1E-A141-8F67A11B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76B34-3E3E-4DAF-9C36-7248ADD6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5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D045-4DF4-4B8F-9502-E02DF75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6D716-3619-4B94-8DB9-945E3886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6FF6D-4434-4E32-974E-5DBC88298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BFEE5-53FD-49DD-A4DF-C305ACC1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E95F3-53FB-4768-A956-DFF731B3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725FD-894B-435E-AA25-A2168A90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442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8BB5-A2CB-4A52-9122-897C0D0B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4723E-5CE7-4D7F-AA8C-E55ECC49A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FCB45-78AA-4C6F-9D2F-121CBBF45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D913D-07E5-471F-91C0-5C0B77DC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05B04-480F-434D-9714-C72BF5ED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C4ADE-FB09-412B-BC5A-8111059C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3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BC64-E626-4B5C-A3F5-BF918867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BE4D5-47D6-43FD-ACA3-3991AE4FA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F38B-0283-4E86-B904-E3AD5CF9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8D366-1052-4C0A-8A8F-D7952D18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3675-D3D6-4CE9-AA40-41279B31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BA4F7-51DD-44EF-AB4E-36F5C0519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F94EB-0CD9-4DD3-961A-114F937DA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34E9-1470-4709-A847-1A1B596B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855A-9F3E-4F24-84F2-CA12AEF7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3D8A0-1CE1-4359-90ED-DF6980BA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90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A26B6-7DF3-41CB-AB20-FB19505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6B5B8-0DA7-4FA8-99E8-284A52590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2D962-DB5B-492A-9650-8E3710542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9D4CD-01FA-4261-9559-B300A44E6B27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5F06F-8840-4AE3-B51B-D65FE938A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E5AD9-A98C-42CB-8E4E-878E60CA3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279BD-C4D1-4C0F-AD49-FDD40EC98D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78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F47C-26D8-4945-908D-6CA4C6FAC9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MSI pre-processing GUI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091A8-B0AC-4B92-9401-2CEA9E751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ZT group, 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342528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C653AB-A589-4F12-B5E3-CE0B1D1ADFAE}"/>
              </a:ext>
            </a:extLst>
          </p:cNvPr>
          <p:cNvSpPr txBox="1"/>
          <p:nvPr/>
        </p:nvSpPr>
        <p:spPr>
          <a:xfrm>
            <a:off x="167951" y="158621"/>
            <a:ext cx="20843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b="1" dirty="0"/>
              <a:t>Pre-requisites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AB4B0-7E01-42BA-85FA-6B4B5C2887C5}"/>
              </a:ext>
            </a:extLst>
          </p:cNvPr>
          <p:cNvSpPr txBox="1"/>
          <p:nvPr/>
        </p:nvSpPr>
        <p:spPr>
          <a:xfrm>
            <a:off x="167950" y="874455"/>
            <a:ext cx="117695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-Initial installation is identical to that of the </a:t>
            </a:r>
            <a:r>
              <a:rPr lang="en-GB" sz="2000" dirty="0" err="1"/>
              <a:t>py_DESI_MSI_TOF</a:t>
            </a:r>
            <a:r>
              <a:rPr lang="en-GB" sz="2000" dirty="0"/>
              <a:t>, please refer to existing instructions, notably check that you have: 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Anaconda (which should include Python 3.x &amp; latest 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Created a corresponding environment (see </a:t>
            </a:r>
            <a:r>
              <a:rPr lang="en-GB" sz="2000" dirty="0" err="1"/>
              <a:t>py_DESI_MSI_TOF</a:t>
            </a:r>
            <a:r>
              <a:rPr lang="en-GB" sz="2000" dirty="0"/>
              <a:t> document) to install required packages &amp;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dirty="0"/>
              <a:t>-After installation, in the GUI folder, there is a file named ‘run_GUI.bat’, right-click to edit in notepad:</a:t>
            </a:r>
          </a:p>
          <a:p>
            <a:endParaRPr lang="en-GB" sz="2000" dirty="0"/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EC108-FDE0-4932-AECE-D43FF445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67" y="3869532"/>
            <a:ext cx="3371850" cy="1581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79FE0F-CC51-47B6-9EDF-95AE67EC6AC3}"/>
              </a:ext>
            </a:extLst>
          </p:cNvPr>
          <p:cNvSpPr/>
          <p:nvPr/>
        </p:nvSpPr>
        <p:spPr>
          <a:xfrm>
            <a:off x="662473" y="4338735"/>
            <a:ext cx="1045029" cy="20527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69746A-1AC4-42D0-8EBD-75B5E2FB999A}"/>
              </a:ext>
            </a:extLst>
          </p:cNvPr>
          <p:cNvSpPr/>
          <p:nvPr/>
        </p:nvSpPr>
        <p:spPr>
          <a:xfrm>
            <a:off x="1291905" y="4660107"/>
            <a:ext cx="503339" cy="23878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28FF3B-C5B0-49CB-9CDB-FE08686C99F3}"/>
              </a:ext>
            </a:extLst>
          </p:cNvPr>
          <p:cNvSpPr txBox="1"/>
          <p:nvPr/>
        </p:nvSpPr>
        <p:spPr>
          <a:xfrm>
            <a:off x="1662569" y="443775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002060"/>
                </a:solidFill>
              </a:rPr>
              <a:t>1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E23A4-F536-48A1-8B98-017851C6E38A}"/>
              </a:ext>
            </a:extLst>
          </p:cNvPr>
          <p:cNvSpPr txBox="1"/>
          <p:nvPr/>
        </p:nvSpPr>
        <p:spPr>
          <a:xfrm>
            <a:off x="1741526" y="4809046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002060"/>
                </a:solidFill>
              </a:rPr>
              <a:t>2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A02E2-130A-4FC9-9974-A19A240F9D2E}"/>
              </a:ext>
            </a:extLst>
          </p:cNvPr>
          <p:cNvSpPr txBox="1"/>
          <p:nvPr/>
        </p:nvSpPr>
        <p:spPr>
          <a:xfrm>
            <a:off x="5034419" y="3805344"/>
            <a:ext cx="6249799" cy="147732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Make the modifications:</a:t>
            </a:r>
          </a:p>
          <a:p>
            <a:pPr marL="342900" indent="-342900">
              <a:buAutoNum type="arabicPeriod"/>
            </a:pPr>
            <a:r>
              <a:rPr lang="en-GB" dirty="0"/>
              <a:t>Change to your root Anaconda directory (wherever you installed Anaconda)</a:t>
            </a:r>
          </a:p>
          <a:p>
            <a:pPr marL="342900" indent="-342900">
              <a:buAutoNum type="arabicPeriod"/>
            </a:pPr>
            <a:r>
              <a:rPr lang="en-GB" dirty="0"/>
              <a:t>Change to the environment name that you have chosen during installation.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59ECC-408C-4503-A98A-5F40C0F51EFC}"/>
              </a:ext>
            </a:extLst>
          </p:cNvPr>
          <p:cNvSpPr txBox="1"/>
          <p:nvPr/>
        </p:nvSpPr>
        <p:spPr>
          <a:xfrm>
            <a:off x="5034419" y="5321589"/>
            <a:ext cx="6249799" cy="147732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*If you have not installed the pre-processing module before, first cd to the GUI directory, then create a new environment e.g. NEWENV by:</a:t>
            </a:r>
          </a:p>
          <a:p>
            <a:r>
              <a:rPr lang="en-GB" b="1" dirty="0" err="1"/>
              <a:t>conda</a:t>
            </a:r>
            <a:r>
              <a:rPr lang="en-GB" b="1" dirty="0"/>
              <a:t> env create  -f </a:t>
            </a:r>
            <a:r>
              <a:rPr lang="en-GB" b="1" dirty="0" err="1"/>
              <a:t>guiEnv.yml</a:t>
            </a:r>
            <a:r>
              <a:rPr lang="en-GB" b="1" dirty="0"/>
              <a:t> --name NEWENV</a:t>
            </a:r>
          </a:p>
          <a:p>
            <a:r>
              <a:rPr lang="en-GB" dirty="0"/>
              <a:t>And modify the environment name as above accordingly.</a:t>
            </a:r>
          </a:p>
        </p:txBody>
      </p:sp>
    </p:spTree>
    <p:extLst>
      <p:ext uri="{BB962C8B-B14F-4D97-AF65-F5344CB8AC3E}">
        <p14:creationId xmlns:p14="http://schemas.microsoft.com/office/powerpoint/2010/main" val="381160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A0694A-717C-42C2-AD72-F43CF3612503}"/>
              </a:ext>
            </a:extLst>
          </p:cNvPr>
          <p:cNvSpPr txBox="1"/>
          <p:nvPr/>
        </p:nvSpPr>
        <p:spPr>
          <a:xfrm>
            <a:off x="167951" y="158621"/>
            <a:ext cx="60832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b="1" dirty="0"/>
              <a:t>Example (liver data in the ‘test data’ folder)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F8544-CB27-47E9-A2F5-2E137D17180B}"/>
              </a:ext>
            </a:extLst>
          </p:cNvPr>
          <p:cNvSpPr txBox="1"/>
          <p:nvPr/>
        </p:nvSpPr>
        <p:spPr>
          <a:xfrm>
            <a:off x="167951" y="635675"/>
            <a:ext cx="7271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Double-click ‘run_GUI.bat’ after making the modifications to start the GUI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539619-B4F2-46FB-9E99-4A3C629F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02" y="1129004"/>
            <a:ext cx="7952442" cy="4599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E93F14-3EF3-4682-BCC1-EAA26E7283E3}"/>
              </a:ext>
            </a:extLst>
          </p:cNvPr>
          <p:cNvSpPr txBox="1"/>
          <p:nvPr/>
        </p:nvSpPr>
        <p:spPr>
          <a:xfrm>
            <a:off x="1250303" y="6053048"/>
            <a:ext cx="993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-The main interface will appear and the command window is also accessible in the background to provide more information on the current process.</a:t>
            </a:r>
          </a:p>
        </p:txBody>
      </p:sp>
    </p:spTree>
    <p:extLst>
      <p:ext uri="{BB962C8B-B14F-4D97-AF65-F5344CB8AC3E}">
        <p14:creationId xmlns:p14="http://schemas.microsoft.com/office/powerpoint/2010/main" val="314453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A2655-11C0-4BA6-B758-805CC97E9F0C}"/>
              </a:ext>
            </a:extLst>
          </p:cNvPr>
          <p:cNvSpPr txBox="1"/>
          <p:nvPr/>
        </p:nvSpPr>
        <p:spPr>
          <a:xfrm>
            <a:off x="227989" y="73956"/>
            <a:ext cx="11736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First, choose a raw file to process by selecting ‘Browse’ and a window will appear for you to select the desired raw file. Note to select ‘into’ the .raw folder as well, after which your Current data file should display e.g.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87245C-00DE-4668-AA33-FF209BDB8892}"/>
              </a:ext>
            </a:extLst>
          </p:cNvPr>
          <p:cNvGrpSpPr/>
          <p:nvPr/>
        </p:nvGrpSpPr>
        <p:grpSpPr>
          <a:xfrm>
            <a:off x="262001" y="803834"/>
            <a:ext cx="5903721" cy="5288210"/>
            <a:chOff x="2313992" y="1017893"/>
            <a:chExt cx="7564016" cy="5840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D6201FB-1A1A-4E6E-9370-B47A3776F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3992" y="1184988"/>
              <a:ext cx="7564016" cy="5673012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992C3F3-60E3-415D-A0D7-0C6AA0312BF0}"/>
                </a:ext>
              </a:extLst>
            </p:cNvPr>
            <p:cNvCxnSpPr/>
            <p:nvPr/>
          </p:nvCxnSpPr>
          <p:spPr>
            <a:xfrm>
              <a:off x="4608466" y="1017893"/>
              <a:ext cx="0" cy="48519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4F4D99-A33E-45EE-9513-D52B8CC54F93}"/>
              </a:ext>
            </a:extLst>
          </p:cNvPr>
          <p:cNvGrpSpPr/>
          <p:nvPr/>
        </p:nvGrpSpPr>
        <p:grpSpPr>
          <a:xfrm>
            <a:off x="6353222" y="720287"/>
            <a:ext cx="5671138" cy="297264"/>
            <a:chOff x="6520862" y="720287"/>
            <a:chExt cx="5671138" cy="29726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8740181-0F71-40A9-8DBA-76DF912701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278" b="-3351"/>
            <a:stretch/>
          </p:blipFill>
          <p:spPr>
            <a:xfrm>
              <a:off x="6520862" y="720287"/>
              <a:ext cx="5671138" cy="29726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63FE6B-65C3-4F36-B4E3-60E58E853E29}"/>
                </a:ext>
              </a:extLst>
            </p:cNvPr>
            <p:cNvSpPr/>
            <p:nvPr/>
          </p:nvSpPr>
          <p:spPr>
            <a:xfrm>
              <a:off x="7620001" y="745330"/>
              <a:ext cx="1686370" cy="1886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7667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D8B741-3F37-4A66-90C4-17BD64019F6D}"/>
              </a:ext>
            </a:extLst>
          </p:cNvPr>
          <p:cNvSpPr txBox="1"/>
          <p:nvPr/>
        </p:nvSpPr>
        <p:spPr>
          <a:xfrm>
            <a:off x="227989" y="73956"/>
            <a:ext cx="11021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The default save path will be the same folder that contains the ‘.raw’ folder, you can change that freely by selecting ‘Save Path’, then ‘Choose path’. Click ‘SET’ after choosing a new save path.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CA63BE-F9F5-4377-AFC5-1479F53FBCEE}"/>
              </a:ext>
            </a:extLst>
          </p:cNvPr>
          <p:cNvGrpSpPr/>
          <p:nvPr/>
        </p:nvGrpSpPr>
        <p:grpSpPr>
          <a:xfrm>
            <a:off x="1993345" y="720287"/>
            <a:ext cx="8205309" cy="5855315"/>
            <a:chOff x="1643366" y="1234440"/>
            <a:chExt cx="7125528" cy="5341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E74C53-35A5-4B59-9EF6-B61BB086A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3366" y="1234440"/>
              <a:ext cx="7125528" cy="53411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FD9445-0DF8-4ADF-B437-A21F503E6F4D}"/>
                </a:ext>
              </a:extLst>
            </p:cNvPr>
            <p:cNvSpPr/>
            <p:nvPr/>
          </p:nvSpPr>
          <p:spPr>
            <a:xfrm>
              <a:off x="1643366" y="1386840"/>
              <a:ext cx="345454" cy="1143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91BA30-7473-4B08-93DE-0205DE389902}"/>
                </a:ext>
              </a:extLst>
            </p:cNvPr>
            <p:cNvSpPr/>
            <p:nvPr/>
          </p:nvSpPr>
          <p:spPr>
            <a:xfrm>
              <a:off x="5295900" y="1859280"/>
              <a:ext cx="457200" cy="563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5753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F275E-2C63-41A9-835F-A6831ABD3458}"/>
              </a:ext>
            </a:extLst>
          </p:cNvPr>
          <p:cNvSpPr txBox="1"/>
          <p:nvPr/>
        </p:nvSpPr>
        <p:spPr>
          <a:xfrm>
            <a:off x="227989" y="73956"/>
            <a:ext cx="11770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Start pre-processing with peak picking, simply click ‘start peak picking’, a progress bar will appear to show that the script has started running successfully. The command window in the background also displays the more exact progress. </a:t>
            </a:r>
          </a:p>
          <a:p>
            <a:endParaRPr lang="en-GB" dirty="0"/>
          </a:p>
          <a:p>
            <a:r>
              <a:rPr lang="en-GB" dirty="0"/>
              <a:t>A window will appear to notify you when the process has finished, just click ‘OK’ to continue.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429F1-68B1-44B5-9381-9FAC8F435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2" y="1978007"/>
            <a:ext cx="6985144" cy="188896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85CF8C-A2FD-4720-A29C-878F6FA61A6A}"/>
              </a:ext>
            </a:extLst>
          </p:cNvPr>
          <p:cNvGrpSpPr/>
          <p:nvPr/>
        </p:nvGrpSpPr>
        <p:grpSpPr>
          <a:xfrm>
            <a:off x="372962" y="4321945"/>
            <a:ext cx="6985145" cy="2033497"/>
            <a:chOff x="2053835" y="4017316"/>
            <a:chExt cx="8658225" cy="269557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8A5E79-3D37-40CC-838D-A9F743FD5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3835" y="4017316"/>
              <a:ext cx="8658225" cy="269557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A8DEA8-6750-4145-B06C-C507244A9A73}"/>
                </a:ext>
              </a:extLst>
            </p:cNvPr>
            <p:cNvSpPr/>
            <p:nvPr/>
          </p:nvSpPr>
          <p:spPr>
            <a:xfrm>
              <a:off x="2987675" y="5365103"/>
              <a:ext cx="884335" cy="1494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EAB91B-EE5A-409E-9168-7EA01E4CDC90}"/>
                </a:ext>
              </a:extLst>
            </p:cNvPr>
            <p:cNvSpPr/>
            <p:nvPr/>
          </p:nvSpPr>
          <p:spPr>
            <a:xfrm>
              <a:off x="3203575" y="5514587"/>
              <a:ext cx="914400" cy="1494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3B7328-F33F-4213-9BB1-386E96552F19}"/>
                </a:ext>
              </a:extLst>
            </p:cNvPr>
            <p:cNvSpPr/>
            <p:nvPr/>
          </p:nvSpPr>
          <p:spPr>
            <a:xfrm>
              <a:off x="3358422" y="4588347"/>
              <a:ext cx="2597878" cy="3541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664B4DA-3BF8-4DFD-8916-FD89A57B8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051" y="2362173"/>
            <a:ext cx="2886075" cy="2524125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955B3D11-280A-4537-8AB4-567023A82592}"/>
              </a:ext>
            </a:extLst>
          </p:cNvPr>
          <p:cNvSpPr/>
          <p:nvPr/>
        </p:nvSpPr>
        <p:spPr>
          <a:xfrm>
            <a:off x="7645213" y="3429000"/>
            <a:ext cx="923731" cy="545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63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7862F-9F5C-42B0-9463-958F1D66F33D}"/>
              </a:ext>
            </a:extLst>
          </p:cNvPr>
          <p:cNvSpPr txBox="1"/>
          <p:nvPr/>
        </p:nvSpPr>
        <p:spPr>
          <a:xfrm>
            <a:off x="227989" y="73956"/>
            <a:ext cx="116218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 To then perform ROI selection, first select a method that you want to use, i.e. SVM (supervised) or Manual, by checking the corresponding selection box and then ‘start ROI selection’.</a:t>
            </a:r>
          </a:p>
          <a:p>
            <a:endParaRPr lang="en-GB" dirty="0"/>
          </a:p>
          <a:p>
            <a:r>
              <a:rPr lang="en-GB" dirty="0"/>
              <a:t>Once the script has finished binning the raw spectra to provide a reference image, the image window will pop up. Perform ROI selection accordingly, then press ‘Esc’ to finish the process.</a:t>
            </a:r>
          </a:p>
          <a:p>
            <a:endParaRPr lang="en-GB" dirty="0"/>
          </a:p>
          <a:p>
            <a:r>
              <a:rPr lang="en-GB" dirty="0"/>
              <a:t>(as of V2, this step can also be skipped.)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A66363-655B-4911-A8EB-FB7CA23CA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38" y="1951040"/>
            <a:ext cx="5403412" cy="373652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A1D4B91-F25B-4C77-B3E4-117C21C238E5}"/>
              </a:ext>
            </a:extLst>
          </p:cNvPr>
          <p:cNvSpPr/>
          <p:nvPr/>
        </p:nvSpPr>
        <p:spPr>
          <a:xfrm>
            <a:off x="4890779" y="3420649"/>
            <a:ext cx="923731" cy="545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2A395B-F35A-47CC-99C8-9DDE6FC64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77" y="2183856"/>
            <a:ext cx="34290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0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AE0B04-F14A-497A-B2FA-3A44E0471CA7}"/>
              </a:ext>
            </a:extLst>
          </p:cNvPr>
          <p:cNvSpPr txBox="1"/>
          <p:nvPr/>
        </p:nvSpPr>
        <p:spPr>
          <a:xfrm>
            <a:off x="227989" y="73956"/>
            <a:ext cx="116218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5. Finally, re-align the picked peaks in the selected ROI by pressing ‘start peak matching’, a window will then give you the opportunity to use custom-defined reference masses*. After selecting an option, the script will start to diagnose the inter-pixel drift of these reference masses.</a:t>
            </a:r>
          </a:p>
          <a:p>
            <a:endParaRPr lang="en-GB" dirty="0"/>
          </a:p>
          <a:p>
            <a:r>
              <a:rPr lang="en-GB" dirty="0"/>
              <a:t>Once this is completed, the diagnostic results will be displayed in a new window, along with recommended parameters for peak re-alignment. ‘Accept’ these parameters and start re-alignment or ‘Change’ them to your desired numbers and start.</a:t>
            </a:r>
          </a:p>
          <a:p>
            <a:endParaRPr lang="en-GB" dirty="0"/>
          </a:p>
          <a:p>
            <a:r>
              <a:rPr lang="en-GB" dirty="0"/>
              <a:t>Close the GUI normally after completion.</a:t>
            </a:r>
          </a:p>
          <a:p>
            <a:endParaRPr lang="en-GB" dirty="0"/>
          </a:p>
          <a:p>
            <a:r>
              <a:rPr lang="en-GB" dirty="0"/>
              <a:t>*V2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218AE-4D68-486A-8700-1D0755970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20"/>
          <a:stretch/>
        </p:blipFill>
        <p:spPr>
          <a:xfrm>
            <a:off x="598899" y="5299401"/>
            <a:ext cx="2847976" cy="1209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708E06-54A2-483D-BBCA-EFCC103F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4" y="3098251"/>
            <a:ext cx="3095625" cy="206692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F8FC963-1E06-4D94-AF62-CBBF86A06C67}"/>
              </a:ext>
            </a:extLst>
          </p:cNvPr>
          <p:cNvSpPr/>
          <p:nvPr/>
        </p:nvSpPr>
        <p:spPr>
          <a:xfrm>
            <a:off x="3803055" y="4686448"/>
            <a:ext cx="923731" cy="545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D10280-0B37-4D55-B40E-26C91CFBF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015" y="2115779"/>
            <a:ext cx="3867288" cy="31165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1B9A36-A46A-425B-A3E2-20DAE308D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184" y="5345769"/>
            <a:ext cx="1504950" cy="14382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F72ED01-9727-4D1E-91D1-67C29872BA81}"/>
              </a:ext>
            </a:extLst>
          </p:cNvPr>
          <p:cNvSpPr/>
          <p:nvPr/>
        </p:nvSpPr>
        <p:spPr>
          <a:xfrm>
            <a:off x="6541351" y="4900645"/>
            <a:ext cx="311887" cy="117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391DD6-4515-4738-AA77-07A8DCA53A48}"/>
              </a:ext>
            </a:extLst>
          </p:cNvPr>
          <p:cNvCxnSpPr/>
          <p:nvPr/>
        </p:nvCxnSpPr>
        <p:spPr>
          <a:xfrm flipH="1">
            <a:off x="6069806" y="5022056"/>
            <a:ext cx="459582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C00C70-5B13-4C96-94C7-1C3AD4A8E30E}"/>
              </a:ext>
            </a:extLst>
          </p:cNvPr>
          <p:cNvCxnSpPr>
            <a:stCxn id="16" idx="3"/>
          </p:cNvCxnSpPr>
          <p:nvPr/>
        </p:nvCxnSpPr>
        <p:spPr>
          <a:xfrm>
            <a:off x="6853238" y="4959368"/>
            <a:ext cx="457200" cy="360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A9AF961-835C-4C00-BCB0-B3A6EF1474D4}"/>
              </a:ext>
            </a:extLst>
          </p:cNvPr>
          <p:cNvSpPr/>
          <p:nvPr/>
        </p:nvSpPr>
        <p:spPr>
          <a:xfrm>
            <a:off x="8690453" y="4629008"/>
            <a:ext cx="923731" cy="545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E299B3-3E75-45B5-9659-074407E9C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7427" y="3733961"/>
            <a:ext cx="2178139" cy="190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8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597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MSI pre-processing GUI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MSI pre-processing GUI</dc:title>
  <dc:creator>Xiang, Yuchen</dc:creator>
  <cp:lastModifiedBy>Xiang, Yuchen</cp:lastModifiedBy>
  <cp:revision>15</cp:revision>
  <dcterms:created xsi:type="dcterms:W3CDTF">2020-10-06T16:02:45Z</dcterms:created>
  <dcterms:modified xsi:type="dcterms:W3CDTF">2021-08-03T14:38:28Z</dcterms:modified>
</cp:coreProperties>
</file>